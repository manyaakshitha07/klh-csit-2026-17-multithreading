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 command-line prototype that counts log severities using worker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validate, read, divide, create threads, classify, join, combine, print. Each ThreadData holds its own LogStats.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Thread count accepted from 1 to 256, validated with strtol.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85"/>
            <a:ext cx="10566400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85"/>
            <a:ext cx="10566400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 · PROBLEM STATEMENT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85"/>
            <a:ext cx="10883392" cy="131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Scanning logs one line at a time does not scale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12800" y="4186590"/>
            <a:ext cx="3386667" cy="1655410"/>
          </a:xfrm>
          <a:prstGeom prst="roundRect">
            <a:avLst>
              <a:gd name="adj" fmla="val 6137"/>
            </a:avLst>
          </a:prstGeom>
          <a:solidFill>
            <a:srgbClr val="1C304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440590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4816475"/>
            <a:ext cx="296502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write thousands of lines a minute: errors, warnings and routine info mixed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67" y="4186590"/>
            <a:ext cx="3386667" cy="1655410"/>
          </a:xfrm>
          <a:prstGeom prst="roundRect">
            <a:avLst>
              <a:gd name="adj" fmla="val 6137"/>
            </a:avLst>
          </a:prstGeom>
          <a:solidFill>
            <a:srgbClr val="1C3040"/>
          </a:solidFill>
          <a:ln/>
        </p:spPr>
      </p:sp>
      <p:sp>
        <p:nvSpPr>
          <p:cNvPr id="8" name="Text 6"/>
          <p:cNvSpPr/>
          <p:nvPr/>
        </p:nvSpPr>
        <p:spPr>
          <a:xfrm>
            <a:off x="4656667" y="4440590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56667" y="4816475"/>
            <a:ext cx="296502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must quickly see how many ERROR, WARNING and INFO events occurred.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2533" y="4186590"/>
            <a:ext cx="3386667" cy="1655410"/>
          </a:xfrm>
          <a:prstGeom prst="roundRect">
            <a:avLst>
              <a:gd name="adj" fmla="val 6137"/>
            </a:avLst>
          </a:prstGeom>
          <a:solidFill>
            <a:srgbClr val="1C3040"/>
          </a:solidFill>
          <a:ln/>
        </p:spPr>
      </p:sp>
      <p:sp>
        <p:nvSpPr>
          <p:cNvPr id="11" name="Text 9"/>
          <p:cNvSpPr/>
          <p:nvPr/>
        </p:nvSpPr>
        <p:spPr>
          <a:xfrm>
            <a:off x="8246533" y="4440590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46533" y="4816475"/>
            <a:ext cx="296502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every line in parallel with POSIX threads and report counts plus analysis time.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2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System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0"/>
            <a:ext cx="2005277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44" y="1880129"/>
            <a:ext cx="154313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444" y="2256014"/>
            <a:ext cx="154313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 validates arguments and loads 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54602" y="1623660"/>
            <a:ext cx="2005365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1072" y="1880129"/>
            <a:ext cx="154322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Distribute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11072" y="2256014"/>
            <a:ext cx="154322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range split into near-equal chunks.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93317" y="1623660"/>
            <a:ext cx="2005277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787" y="1880129"/>
            <a:ext cx="154313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Workers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787" y="2256014"/>
            <a:ext cx="154313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thread classifies its chunk.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31945" y="1623660"/>
            <a:ext cx="2005365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414" y="1880129"/>
            <a:ext cx="154322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Aggregate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88414" y="2256014"/>
            <a:ext cx="154322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 joins and sums counters.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70660" y="1623660"/>
            <a:ext cx="2005365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7129" y="1880129"/>
            <a:ext cx="154322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Output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7129" y="2256014"/>
            <a:ext cx="154322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totals and elapsed time.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849158"/>
            <a:ext cx="10883392" cy="316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</a:t>
            </a:r>
            <a:r>
              <a:rPr lang="en-US" sz="17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workers never share writable counters, so no mutex is needed.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Implementation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86"/>
            <a:ext cx="2489200" cy="2169760"/>
          </a:xfrm>
          <a:prstGeom prst="roundRect">
            <a:avLst>
              <a:gd name="adj" fmla="val 4683"/>
            </a:avLst>
          </a:prstGeom>
          <a:solidFill>
            <a:srgbClr val="1C304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486"/>
            <a:ext cx="204063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50370"/>
            <a:ext cx="204063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getline() reads each line into a growing array that doubles in capacity.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5200" y="1620486"/>
            <a:ext cx="2489200" cy="2169760"/>
          </a:xfrm>
          <a:prstGeom prst="roundRect">
            <a:avLst>
              <a:gd name="adj" fmla="val 4683"/>
            </a:avLst>
          </a:prstGeom>
          <a:solidFill>
            <a:srgbClr val="1C3040"/>
          </a:solidFill>
          <a:ln/>
        </p:spPr>
      </p:sp>
      <p:sp>
        <p:nvSpPr>
          <p:cNvPr id="7" name="Text 5"/>
          <p:cNvSpPr/>
          <p:nvPr/>
        </p:nvSpPr>
        <p:spPr>
          <a:xfrm>
            <a:off x="3759200" y="1874486"/>
            <a:ext cx="204063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59200" y="2250370"/>
            <a:ext cx="204063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thread gets count / N lines; the remainder is spread one line each.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620486"/>
            <a:ext cx="2489200" cy="2169760"/>
          </a:xfrm>
          <a:prstGeom prst="roundRect">
            <a:avLst>
              <a:gd name="adj" fmla="val 4683"/>
            </a:avLst>
          </a:prstGeom>
          <a:solidFill>
            <a:srgbClr val="1C3040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1874486"/>
            <a:ext cx="204063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1600" y="2250370"/>
            <a:ext cx="2040636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Case-insensitive strcasestr with priority ERROR, then WARNING, then INFO, else Other.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0000" y="1620486"/>
            <a:ext cx="2489200" cy="2169760"/>
          </a:xfrm>
          <a:prstGeom prst="roundRect">
            <a:avLst>
              <a:gd name="adj" fmla="val 4683"/>
            </a:avLst>
          </a:prstGeom>
          <a:solidFill>
            <a:srgbClr val="1C304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74486"/>
            <a:ext cx="204063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2250370"/>
            <a:ext cx="2040636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pthread_join, then sum per-thread LogStats; time with CLOCK_MONOTONIC.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095045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covers bad arguments, missing files, allocation failures and thread-creation failures.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2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Technologies used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631774"/>
          <a:ext cx="10555111" cy="3553883"/>
        </p:xfrm>
        <a:graphic>
          <a:graphicData uri="http://schemas.openxmlformats.org/drawingml/2006/table">
            <a:tbl>
              <a:tblPr/>
              <a:tblGrid>
                <a:gridCol w="3518370"/>
                <a:gridCol w="3518370"/>
                <a:gridCol w="3518370"/>
              </a:tblGrid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(C11)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Low-level control, fast string scanning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Concurrency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POSIX threads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pthread_create and pthread_join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strcasestr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Case-insensitive keyword search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clock_gettime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Monotonic elapsed time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and Makefile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-Wall -Wextra warnings enabled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52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Linux, Ubuntu, WSL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POSIX environment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2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Testing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631773"/>
          <a:ext cx="10555111" cy="2323394"/>
        </p:xfrm>
        <a:graphic>
          <a:graphicData uri="http://schemas.openxmlformats.org/drawingml/2006/table">
            <a:tbl>
              <a:tblPr/>
              <a:tblGrid>
                <a:gridCol w="2638778"/>
                <a:gridCol w="2638778"/>
                <a:gridCol w="2638778"/>
                <a:gridCol w="2638778"/>
              </a:tblGrid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6780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T1–T3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sample.log with 1, 2, 4 threads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 3, WARNING 2, ERROR 3, Other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missing.log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File-open error, exit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 count 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error, exit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 count abc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error, exit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259969"/>
            <a:ext cx="1088339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cases passed after building cleanly with -Wall -Wextra.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84"/>
            <a:ext cx="5181600" cy="1398235"/>
          </a:xfrm>
          <a:prstGeom prst="roundRect">
            <a:avLst>
              <a:gd name="adj" fmla="val 7266"/>
            </a:avLst>
          </a:prstGeom>
          <a:solidFill>
            <a:srgbClr val="1C304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484"/>
            <a:ext cx="48138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5,000,000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50371"/>
            <a:ext cx="481380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log lines (359 MB) analyzed in about 0.95 to 0.98 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20484"/>
            <a:ext cx="5181600" cy="1398235"/>
          </a:xfrm>
          <a:prstGeom prst="roundRect">
            <a:avLst>
              <a:gd name="adj" fmla="val 7266"/>
            </a:avLst>
          </a:prstGeom>
          <a:solidFill>
            <a:srgbClr val="1C3040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74484"/>
            <a:ext cx="48138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counts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600" y="2250371"/>
            <a:ext cx="481380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thread count on the sample; large run: 2.50M INFO, 1.25M WARNING, 0.75M ERROR, 0.50M Other.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3334810"/>
          <a:ext cx="10555111" cy="1160198"/>
        </p:xfrm>
        <a:graphic>
          <a:graphicData uri="http://schemas.openxmlformats.org/drawingml/2006/table">
            <a:tbl>
              <a:tblPr/>
              <a:tblGrid>
                <a:gridCol w="2111022"/>
                <a:gridCol w="2111022"/>
                <a:gridCol w="2111022"/>
                <a:gridCol w="2111022"/>
                <a:gridCol w="2111022"/>
              </a:tblGrid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3B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of 3 runs (s)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4799806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a single-core test machine, so no speedup was expected. Re-run on a multi-core system to measure scaling.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2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59"/>
            <a:ext cx="2482850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44" y="1880130"/>
            <a:ext cx="20290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444" y="2256014"/>
            <a:ext cx="202900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validated tool that turns raw logs into severity counts in one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623659"/>
            <a:ext cx="2482850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4845" y="1880130"/>
            <a:ext cx="20290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64845" y="2256014"/>
            <a:ext cx="202900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lock-free pattern: partition the data, keep per-thread state, merge after join.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623659"/>
            <a:ext cx="2482850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245" y="1880130"/>
            <a:ext cx="20290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7245" y="2256014"/>
            <a:ext cx="202900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file held in memory; keyword matching, not a log-format parser.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623659"/>
            <a:ext cx="2482850" cy="1917524"/>
          </a:xfrm>
          <a:prstGeom prst="roundRect">
            <a:avLst>
              <a:gd name="adj" fmla="val 513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9645" y="1880130"/>
            <a:ext cx="202900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9645" y="2256014"/>
            <a:ext cx="202900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reports, error-line output, time filters, streaming input, automated tests.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284628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Multithreaded Log Analysis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threaded Log Analysis System">
  <a:themeElements>
    <a:clrScheme name="Multithreaded Log Analysis System">
      <a:dk1>
        <a:srgbClr val="12202B"/>
      </a:dk1>
      <a:lt1>
        <a:srgbClr val="F6F4EF"/>
      </a:lt1>
      <a:dk2>
        <a:srgbClr val="4B555C"/>
      </a:dk2>
      <a:lt2>
        <a:srgbClr val="DFDFDB"/>
      </a:lt2>
      <a:accent1>
        <a:srgbClr val="F0A04B"/>
      </a:accent1>
      <a:accent2>
        <a:srgbClr val="1F6F8B"/>
      </a:accent2>
      <a:accent3>
        <a:srgbClr val="B85A0A"/>
      </a:accent3>
      <a:accent4>
        <a:srgbClr val="7A8590"/>
      </a:accent4>
      <a:accent5>
        <a:srgbClr val="C9D2D9"/>
      </a:accent5>
      <a:accent6>
        <a:srgbClr val="9AA0A6"/>
      </a:accent6>
      <a:hlink>
        <a:srgbClr val="0563C1"/>
      </a:hlink>
      <a:folHlink>
        <a:srgbClr val="954F72"/>
      </a:folHlink>
    </a:clrScheme>
    <a:fontScheme name="Multithreaded Log Analysis Syste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Multithreaded Log Analysis System</dc:title>
  <dc:subject/>
  <dc:creator/>
  <cp:lastModifiedBy/>
  <cp:revision>1</cp:revision>
  <dcterms:created xsi:type="dcterms:W3CDTF">2026-10-17T05:31:20Z</dcterms:created>
  <dcterms:modified xsi:type="dcterms:W3CDTF">2026-10-17T05:31:20Z</dcterms:modified>
</cp:coreProperties>
</file>